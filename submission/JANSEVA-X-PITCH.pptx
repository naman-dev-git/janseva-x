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371600"/>
            <a:ext cx="5303520" cy="5303520"/>
          </a:xfrm>
          <a:prstGeom prst="ellipse">
            <a:avLst/>
          </a:prstGeom>
          <a:solidFill>
            <a:srgbClr val="133967">
              <a:alpha val="80000"/>
            </a:srgbClr>
          </a:solidFill>
          <a:ln w="12700">
            <a:solidFill>
              <a:srgbClr val="13396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114800"/>
            <a:ext cx="3657600" cy="3657600"/>
          </a:xfrm>
          <a:prstGeom prst="ellipse">
            <a:avLst/>
          </a:prstGeom>
          <a:solidFill>
            <a:srgbClr val="195DA7">
              <a:alpha val="55000"/>
            </a:srgbClr>
          </a:solidFill>
          <a:ln w="12700">
            <a:solidFill>
              <a:srgbClr val="195DA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96012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JANSEVA-X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12064" y="162763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Government Application Assistant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12064" y="21488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citizen intent to completed government application.</a:t>
            </a:r>
            <a:endParaRPr lang="en-US" sz="1800" dirty="0"/>
          </a:p>
        </p:txBody>
      </p:sp>
      <p:pic>
        <p:nvPicPr>
          <p:cNvPr id="7" name="Image 0" descr="C:\Users\HP\AppData\Local\Temp\janseva-x-final-submission\assets\home.png">    </p:cNvPr>
          <p:cNvPicPr>
            <a:picLocks noChangeAspect="1"/>
          </p:cNvPicPr>
          <p:nvPr/>
        </p:nvPicPr>
        <p:blipFill>
          <a:blip r:embed="rId1"/>
          <a:srcRect l="224227" r="-224227" t="18557" b="-18557"/>
          <a:stretch/>
        </p:blipFill>
        <p:spPr>
          <a:xfrm>
            <a:off x="7955280" y="658368"/>
            <a:ext cx="3547872" cy="35478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2064" y="4005072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14345C"/>
          </a:solidFill>
          <a:ln w="12700">
            <a:solidFill>
              <a:srgbClr val="14345C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297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Intent-first. Consent-based. Officer-controlled.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12064" y="57424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prototype — synthetic data and mock providers only.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12064" y="6492240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JANSEVA-X — DEMO / PROTOTYPE ONLY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0744200" y="649224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1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5603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12064" y="475488"/>
            <a:ext cx="10241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citizen should not have to learn the system before using it.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2926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JANSEVA-X  |  02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12064" y="1033272"/>
            <a:ext cx="11155680" cy="0"/>
          </a:xfrm>
          <a:prstGeom prst="line">
            <a:avLst/>
          </a:prstGeom>
          <a:noFill/>
          <a:ln w="7620">
            <a:solidFill>
              <a:srgbClr val="DDE5EF"/>
            </a:solidFill>
            <a:prstDash val="solid"/>
          </a:ln>
        </p:spPr>
      </p:sp>
      <p:pic>
        <p:nvPicPr>
          <p:cNvPr id="6" name="Image 0" descr="C:\Users\HP\AppData\Local\Temp\janseva-x-final-submission\assets\student.png">    </p:cNvPr>
          <p:cNvPicPr>
            <a:picLocks noChangeAspect="1"/>
          </p:cNvPicPr>
          <p:nvPr/>
        </p:nvPicPr>
        <p:blipFill>
          <a:blip r:embed="rId1"/>
          <a:srcRect l="10467" r="-10467" t="48571" b="-48571"/>
          <a:stretch/>
        </p:blipFill>
        <p:spPr>
          <a:xfrm>
            <a:off x="512064" y="1399032"/>
            <a:ext cx="4892040" cy="2880360"/>
          </a:xfrm>
          <a:prstGeom prst="rect">
            <a:avLst/>
          </a:prstGeom>
        </p:spPr>
      </p:pic>
      <p:pic>
        <p:nvPicPr>
          <p:cNvPr id="7" name="Image 1" descr="C:\Users\HP\AppData\Local\Temp\janseva-x-final-submission\assets\queue.png">    </p:cNvPr>
          <p:cNvPicPr>
            <a:picLocks noChangeAspect="1"/>
          </p:cNvPicPr>
          <p:nvPr/>
        </p:nvPicPr>
        <p:blipFill>
          <a:blip r:embed="rId2"/>
          <a:srcRect l="115888" r="-115888" t="48571" b="-48571"/>
          <a:stretch/>
        </p:blipFill>
        <p:spPr>
          <a:xfrm>
            <a:off x="5669280" y="1399032"/>
            <a:ext cx="4892040" cy="2880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2064" y="4645152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Deadlines, repeated fields, document hunting, queues, and unclear status turn a simple need into a difficult journey.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12064" y="52303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C5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invented metrics. A human problem, shown through conceptual prototype scenarios.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12064" y="6492240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JANSEVA-X — DEMO / PROTOTYPE ONLY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10744200" y="649224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2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5603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IDEA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12064" y="475488"/>
            <a:ext cx="10241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Tell JANSEVA-X what you need.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2926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JANSEVA-X  |  03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12064" y="1033272"/>
            <a:ext cx="11155680" cy="0"/>
          </a:xfrm>
          <a:prstGeom prst="line">
            <a:avLst/>
          </a:prstGeom>
          <a:noFill/>
          <a:ln w="7620">
            <a:solidFill>
              <a:srgbClr val="DD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2801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C5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portal-centric government services to intent-centric citizen journeys.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2064" y="2304288"/>
            <a:ext cx="148916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2441448"/>
            <a:ext cx="1342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intent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01230" y="2423160"/>
            <a:ext cx="91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92670" y="2304288"/>
            <a:ext cx="148916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65822" y="2441448"/>
            <a:ext cx="1342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 AI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81835" y="2423160"/>
            <a:ext cx="91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73275" y="2304288"/>
            <a:ext cx="148916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6427" y="2441448"/>
            <a:ext cx="1342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62441" y="2423160"/>
            <a:ext cx="91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253881" y="2304288"/>
            <a:ext cx="148916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27033" y="2441448"/>
            <a:ext cx="1342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43047" y="2423160"/>
            <a:ext cx="91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34487" y="2304288"/>
            <a:ext cx="148916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7639" y="2441448"/>
            <a:ext cx="1342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23653" y="2423160"/>
            <a:ext cx="91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415093" y="2304288"/>
            <a:ext cx="148916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8245" y="2441448"/>
            <a:ext cx="1342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Officer review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904258" y="2423160"/>
            <a:ext cx="91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995698" y="2304288"/>
            <a:ext cx="148916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68850" y="2441448"/>
            <a:ext cx="1342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2064" y="374904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05079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consent-based intelligence layer guides the citizen while preserving lifecycle controls and officer ownership.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12064" y="6492240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JANSEVA-X — DEMO / PROTOTYPE ONLY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0744200" y="649224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3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5603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WOW MOMENT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12064" y="475488"/>
            <a:ext cx="10241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complete Trade Licence journey — from voice intent to completion.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2926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JANSEVA-X  |  04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12064" y="1033272"/>
            <a:ext cx="11155680" cy="0"/>
          </a:xfrm>
          <a:prstGeom prst="line">
            <a:avLst/>
          </a:prstGeom>
          <a:noFill/>
          <a:ln w="7620">
            <a:solidFill>
              <a:srgbClr val="DDE5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481328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DBEAFE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1746504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need to renew my trade licence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481328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2072" y="1746504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opens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74336" y="1481328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93208" y="1746504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05472" y="1481328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24344" y="1746504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Fill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436608" y="1481328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55480" y="1746504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Attach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" y="2898648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" y="3163824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verification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2898648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62072" y="3163824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+ QR fingerprint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74336" y="2898648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3208" y="3163824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or draft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05472" y="2898648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24344" y="3163824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36608" y="2898648"/>
            <a:ext cx="19933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55480" y="3163824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" y="48280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C5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prototype flow. The citizen controls consent and the final submit-or-draft choice.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2064" y="6492240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JANSEVA-X — DEMO / PROTOTYPE ONLY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744200" y="649224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4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5603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EXPERIENCE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12064" y="475488"/>
            <a:ext cx="10241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guided journey that stays citizen-controlled.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2926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JANSEVA-X  |  05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12064" y="1033272"/>
            <a:ext cx="11155680" cy="0"/>
          </a:xfrm>
          <a:prstGeom prst="line">
            <a:avLst/>
          </a:prstGeom>
          <a:noFill/>
          <a:ln w="7620">
            <a:solidFill>
              <a:srgbClr val="DDE5EF"/>
            </a:solidFill>
            <a:prstDash val="solid"/>
          </a:ln>
        </p:spPr>
      </p:sp>
      <p:pic>
        <p:nvPicPr>
          <p:cNvPr id="6" name="Image 0" descr="C:\Users\HP\AppData\Local\Temp\janseva-x-final-submission\assets\before-after.png">    </p:cNvPr>
          <p:cNvPicPr>
            <a:picLocks noChangeAspect="1"/>
          </p:cNvPicPr>
          <p:nvPr/>
        </p:nvPicPr>
        <p:blipFill>
          <a:blip r:embed="rId1"/>
          <a:srcRect l="177647" r="-177647" t="45886" b="-45886"/>
          <a:stretch/>
        </p:blipFill>
        <p:spPr>
          <a:xfrm>
            <a:off x="6903720" y="1325880"/>
            <a:ext cx="3886200" cy="28895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12064" y="1536192"/>
            <a:ext cx="657225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" y="1673352"/>
            <a:ext cx="5109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69289" y="1655064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260729" y="1536192"/>
            <a:ext cx="657225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33881" y="1673352"/>
            <a:ext cx="5109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917954" y="1655064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009394" y="1536192"/>
            <a:ext cx="657225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82546" y="1673352"/>
            <a:ext cx="5109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666619" y="1655064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2758059" y="1536192"/>
            <a:ext cx="657225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31211" y="1673352"/>
            <a:ext cx="5109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415284" y="1655064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3506724" y="1536192"/>
            <a:ext cx="657225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79876" y="1673352"/>
            <a:ext cx="5109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163949" y="1655064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4255389" y="1536192"/>
            <a:ext cx="657225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28541" y="1673352"/>
            <a:ext cx="5109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/ Draft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912614" y="1655064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004054" y="1536192"/>
            <a:ext cx="657225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77206" y="1673352"/>
            <a:ext cx="5109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661279" y="1655064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752719" y="1536192"/>
            <a:ext cx="657225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25871" y="1673352"/>
            <a:ext cx="5109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12064" y="2624328"/>
            <a:ext cx="52120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Consent-based preparation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Application-aware assistance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Document-aware guidance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Explicit submit or draft decision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2064" y="6492240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JANSEVA-X — DEMO / PROTOTYPE ONLY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10744200" y="649224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5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5603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+ IDENTITY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12064" y="475488"/>
            <a:ext cx="10241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is transparent, deterministic, and clearly marked as a prototype.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2926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JANSEVA-X  |  06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12064" y="1033272"/>
            <a:ext cx="11155680" cy="0"/>
          </a:xfrm>
          <a:prstGeom prst="line">
            <a:avLst/>
          </a:prstGeom>
          <a:noFill/>
          <a:ln w="7620">
            <a:solidFill>
              <a:srgbClr val="DDE5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600200"/>
            <a:ext cx="148916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737360"/>
            <a:ext cx="13428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 Aadhaar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01230" y="1719072"/>
            <a:ext cx="91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092670" y="1600200"/>
            <a:ext cx="148916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65822" y="1737360"/>
            <a:ext cx="13428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 PAN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81835" y="1719072"/>
            <a:ext cx="91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73275" y="1600200"/>
            <a:ext cx="148916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6427" y="1737360"/>
            <a:ext cx="13428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 e-KYC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62441" y="1719072"/>
            <a:ext cx="91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253881" y="1600200"/>
            <a:ext cx="148916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27033" y="1737360"/>
            <a:ext cx="13428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demo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43047" y="1719072"/>
            <a:ext cx="91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34487" y="1600200"/>
            <a:ext cx="148916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7639" y="1737360"/>
            <a:ext cx="13428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fingerprint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23653" y="1719072"/>
            <a:ext cx="91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415093" y="1600200"/>
            <a:ext cx="148916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88245" y="1737360"/>
            <a:ext cx="13428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Five-finger scanner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904258" y="1719072"/>
            <a:ext cx="91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995698" y="1600200"/>
            <a:ext cx="148916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68850" y="1737360"/>
            <a:ext cx="13428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2064" y="3090672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47472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identity integrations are synthetic / deterministic prototype components.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68680" y="3895344"/>
            <a:ext cx="1024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C5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real Aadhaar, PAN, UIDAI, biometric, e-KYC, or fingerprint provider is used. Scanner data is synthetic; the authorized backend session remains authoritative.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12064" y="6492240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JANSEVA-X — DEMO / PROTOTYPE ONLY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0744200" y="649224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5603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SIDE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12064" y="475488"/>
            <a:ext cx="10241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assists the officer. The officer owns the final decision.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2926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JANSEVA-X  |  07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12064" y="1033272"/>
            <a:ext cx="11155680" cy="0"/>
          </a:xfrm>
          <a:prstGeom prst="line">
            <a:avLst/>
          </a:prstGeom>
          <a:noFill/>
          <a:ln w="7620">
            <a:solidFill>
              <a:srgbClr val="DDE5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325880"/>
            <a:ext cx="148916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463040"/>
            <a:ext cx="1342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01230" y="1444752"/>
            <a:ext cx="91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092670" y="1325880"/>
            <a:ext cx="148916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65822" y="1463040"/>
            <a:ext cx="1342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81835" y="1444752"/>
            <a:ext cx="91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73275" y="1325880"/>
            <a:ext cx="148916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6427" y="1463040"/>
            <a:ext cx="1342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62441" y="1444752"/>
            <a:ext cx="91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253881" y="1325880"/>
            <a:ext cx="148916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27033" y="1463040"/>
            <a:ext cx="1342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review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43047" y="1444752"/>
            <a:ext cx="91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34487" y="1325880"/>
            <a:ext cx="148916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7639" y="1463040"/>
            <a:ext cx="1342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advisory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23653" y="1444752"/>
            <a:ext cx="91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415093" y="1325880"/>
            <a:ext cx="148916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88245" y="1463040"/>
            <a:ext cx="1342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summary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904258" y="1444752"/>
            <a:ext cx="91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995698" y="1325880"/>
            <a:ext cx="148916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68850" y="1463040"/>
            <a:ext cx="13428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Officer review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2064" y="27432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ECFDF5"/>
          </a:solidFill>
          <a:ln w="12700">
            <a:solidFill>
              <a:srgbClr val="ECFDF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072384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8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68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Generated document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68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Mock e-sign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682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Completed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407408" y="2743200"/>
            <a:ext cx="3108960" cy="1554480"/>
          </a:xfrm>
          <a:prstGeom prst="roundRect">
            <a:avLst>
              <a:gd name="adj" fmla="val 4706"/>
            </a:avLst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90872" y="3136392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Correction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Correction state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Citizen sees next step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046720" y="2743200"/>
            <a:ext cx="3438144" cy="1554480"/>
          </a:xfrm>
          <a:prstGeom prst="roundRect">
            <a:avLst>
              <a:gd name="adj" fmla="val 4706"/>
            </a:avLst>
          </a:prstGeom>
          <a:solidFill>
            <a:srgbClr val="FEF2F2"/>
          </a:solidFill>
          <a:ln w="12700">
            <a:solidFill>
              <a:srgbClr val="FEF2F2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317296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935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B935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Rejected state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B935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Citizen sees result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12064" y="6492240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JANSEVA-X — DEMO / PROTOTYPE ONLY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0744200" y="649224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7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371600"/>
            <a:ext cx="5303520" cy="5303520"/>
          </a:xfrm>
          <a:prstGeom prst="ellipse">
            <a:avLst/>
          </a:prstGeom>
          <a:solidFill>
            <a:srgbClr val="133967">
              <a:alpha val="80000"/>
            </a:srgbClr>
          </a:solidFill>
          <a:ln w="12700">
            <a:solidFill>
              <a:srgbClr val="13396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114800"/>
            <a:ext cx="3657600" cy="3657600"/>
          </a:xfrm>
          <a:prstGeom prst="ellipse">
            <a:avLst/>
          </a:prstGeom>
          <a:solidFill>
            <a:srgbClr val="195DA7">
              <a:alpha val="55000"/>
            </a:srgbClr>
          </a:solidFill>
          <a:ln w="12700">
            <a:solidFill>
              <a:srgbClr val="195DA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25603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+ SECURITY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475488"/>
            <a:ext cx="10241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separated, governed application architecture.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921240" y="2926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JANSEVA-X  |  08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12064" y="1033272"/>
            <a:ext cx="1115568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508760"/>
            <a:ext cx="1996440" cy="713232"/>
          </a:xfrm>
          <a:prstGeom prst="roundRect">
            <a:avLst>
              <a:gd name="adj" fmla="val 10256"/>
            </a:avLst>
          </a:prstGeom>
          <a:solidFill>
            <a:srgbClr val="183760"/>
          </a:solidFill>
          <a:ln w="6350">
            <a:solidFill>
              <a:srgbClr val="4468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645920"/>
            <a:ext cx="1850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Frontend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08504" y="1627632"/>
            <a:ext cx="91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99944" y="1508760"/>
            <a:ext cx="1996440" cy="713232"/>
          </a:xfrm>
          <a:prstGeom prst="roundRect">
            <a:avLst>
              <a:gd name="adj" fmla="val 10256"/>
            </a:avLst>
          </a:prstGeom>
          <a:solidFill>
            <a:srgbClr val="183760"/>
          </a:solidFill>
          <a:ln w="6350">
            <a:solidFill>
              <a:srgbClr val="4468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3096" y="1645920"/>
            <a:ext cx="1850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Backend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96384" y="1627632"/>
            <a:ext cx="91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87824" y="1508760"/>
            <a:ext cx="1996440" cy="713232"/>
          </a:xfrm>
          <a:prstGeom prst="roundRect">
            <a:avLst>
              <a:gd name="adj" fmla="val 10256"/>
            </a:avLst>
          </a:prstGeom>
          <a:solidFill>
            <a:srgbClr val="183760"/>
          </a:solidFill>
          <a:ln w="6350">
            <a:solidFill>
              <a:srgbClr val="4468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0976" y="1645920"/>
            <a:ext cx="1850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/ Prisma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2064" y="2606040"/>
            <a:ext cx="1996440" cy="713232"/>
          </a:xfrm>
          <a:prstGeom prst="roundRect">
            <a:avLst>
              <a:gd name="adj" fmla="val 10256"/>
            </a:avLst>
          </a:prstGeom>
          <a:solidFill>
            <a:srgbClr val="183760"/>
          </a:solidFill>
          <a:ln w="6350">
            <a:solidFill>
              <a:srgbClr val="4468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2743200"/>
            <a:ext cx="1850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Frontend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08504" y="2724912"/>
            <a:ext cx="91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599944" y="2606040"/>
            <a:ext cx="1996440" cy="713232"/>
          </a:xfrm>
          <a:prstGeom prst="roundRect">
            <a:avLst>
              <a:gd name="adj" fmla="val 10256"/>
            </a:avLst>
          </a:prstGeom>
          <a:solidFill>
            <a:srgbClr val="183760"/>
          </a:solidFill>
          <a:ln w="6350">
            <a:solidFill>
              <a:srgbClr val="4468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3096" y="2743200"/>
            <a:ext cx="1850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Backend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96384" y="2724912"/>
            <a:ext cx="91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87824" y="2606040"/>
            <a:ext cx="1996440" cy="713232"/>
          </a:xfrm>
          <a:prstGeom prst="roundRect">
            <a:avLst>
              <a:gd name="adj" fmla="val 10256"/>
            </a:avLst>
          </a:prstGeom>
          <a:solidFill>
            <a:srgbClr val="183760"/>
          </a:solidFill>
          <a:ln w="6350">
            <a:solidFill>
              <a:srgbClr val="4468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60976" y="2743200"/>
            <a:ext cx="1850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state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0" y="150876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 AI • Smart Fill/Attach • mock verification • fingerprint session • async worker • generated documents • mock e-sign • IndexedDB/PWA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315200" y="3063240"/>
            <a:ext cx="3611880" cy="1060704"/>
          </a:xfrm>
          <a:prstGeom prst="roundRect">
            <a:avLst>
              <a:gd name="adj" fmla="val 6897"/>
            </a:avLst>
          </a:prstGeom>
          <a:solidFill>
            <a:srgbClr val="15365F"/>
          </a:solidFill>
          <a:ln w="12700">
            <a:solidFill>
              <a:srgbClr val="15365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33375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| Active account | Role authorization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| Validation | Idempotency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documents | Safe errors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" y="6492240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JANSEVA-X — DEMO / PROTOTYPE ONLY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744200" y="649224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8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5603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+ SCALE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12064" y="475488"/>
            <a:ext cx="10241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reusable layer for clearer, more guided service journeys.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2926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JANSEVA-X  |  09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12064" y="1033272"/>
            <a:ext cx="11155680" cy="0"/>
          </a:xfrm>
          <a:prstGeom prst="line">
            <a:avLst/>
          </a:prstGeom>
          <a:noFill/>
          <a:ln w="7620">
            <a:solidFill>
              <a:srgbClr val="DDE5EF"/>
            </a:solidFill>
            <a:prstDash val="solid"/>
          </a:ln>
        </p:spPr>
      </p:sp>
      <p:pic>
        <p:nvPicPr>
          <p:cNvPr id="6" name="Image 0" descr="C:\Users\HP\AppData\Local\Temp\janseva-x-final-submission\assets\home.png">    </p:cNvPr>
          <p:cNvPicPr>
            <a:picLocks noChangeAspect="1"/>
          </p:cNvPicPr>
          <p:nvPr/>
        </p:nvPicPr>
        <p:blipFill>
          <a:blip r:embed="rId1"/>
          <a:srcRect l="252239" r="-252239" t="48561" b="-48561"/>
          <a:stretch/>
        </p:blipFill>
        <p:spPr>
          <a:xfrm>
            <a:off x="7726680" y="1234440"/>
            <a:ext cx="3063240" cy="2542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" y="142646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citizens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12064" y="1801368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portal hunting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repetitive entry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preparation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Simpler verification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Clearer status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749040" y="14264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government workflows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749040" y="1801368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review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Advisory AI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lifecycle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architecture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12064" y="4709160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5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/ PRODUCTION ROADMAP: extend this reusable application-intelligence layer to more services with approved providers and managed infrastructure.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2064" y="6492240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JANSEVA-X — DEMO / PROTOTYPE ONLY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0744200" y="649224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9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371600"/>
            <a:ext cx="5303520" cy="5303520"/>
          </a:xfrm>
          <a:prstGeom prst="ellipse">
            <a:avLst/>
          </a:prstGeom>
          <a:solidFill>
            <a:srgbClr val="133967">
              <a:alpha val="80000"/>
            </a:srgbClr>
          </a:solidFill>
          <a:ln w="12700">
            <a:solidFill>
              <a:srgbClr val="13396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114800"/>
            <a:ext cx="3657600" cy="3657600"/>
          </a:xfrm>
          <a:prstGeom prst="ellipse">
            <a:avLst/>
          </a:prstGeom>
          <a:solidFill>
            <a:srgbClr val="195DA7">
              <a:alpha val="55000"/>
            </a:srgbClr>
          </a:solidFill>
          <a:ln w="12700">
            <a:solidFill>
              <a:srgbClr val="195DA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1051560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Government services should understand citizens.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12064" y="19659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JANSEVA-X turns citizen intent into a guided application journey.</a:t>
            </a:r>
            <a:endParaRPr lang="en-US" sz="1900" dirty="0"/>
          </a:p>
        </p:txBody>
      </p:sp>
      <p:pic>
        <p:nvPicPr>
          <p:cNvPr id="6" name="Image 0" descr="C:\Users\HP\AppData\Local\Temp\janseva-x-final-submission\assets\home.png">    </p:cNvPr>
          <p:cNvPicPr>
            <a:picLocks noChangeAspect="1"/>
          </p:cNvPicPr>
          <p:nvPr/>
        </p:nvPicPr>
        <p:blipFill>
          <a:blip r:embed="rId1"/>
          <a:srcRect l="301667" r="-301667" t="29000" b="-29000"/>
          <a:stretch/>
        </p:blipFill>
        <p:spPr>
          <a:xfrm>
            <a:off x="8275320" y="795528"/>
            <a:ext cx="274320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12064" y="3703320"/>
            <a:ext cx="6492240" cy="822960"/>
          </a:xfrm>
          <a:prstGeom prst="roundRect">
            <a:avLst>
              <a:gd name="adj" fmla="val 8889"/>
            </a:avLst>
          </a:prstGeom>
          <a:solidFill>
            <a:srgbClr val="14345C"/>
          </a:solidFill>
          <a:ln w="12700">
            <a:solidFill>
              <a:srgbClr val="14345C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3986784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 JANSEVA-X what you need. We will help you get it done.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12064" y="576072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JANSEVA-X | Hackathon prototype | Synthetic data and mock providers only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12064" y="6492240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JANSEVA-X — DEMO / PROTOTYPE ONLY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0744200" y="649224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10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JANSEVA-X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JANSEVA-X — Your Government Application Assistant</dc:title>
  <dc:subject>JANSEVA-X final hackathon pitch</dc:subject>
  <dc:creator>JANSEVA-X</dc:creator>
  <cp:lastModifiedBy>JANSEVA-X</cp:lastModifiedBy>
  <cp:revision>1</cp:revision>
  <dcterms:created xsi:type="dcterms:W3CDTF">2026-09-20T18:07:36Z</dcterms:created>
  <dcterms:modified xsi:type="dcterms:W3CDTF">2026-09-20T18:07:36Z</dcterms:modified>
</cp:coreProperties>
</file>